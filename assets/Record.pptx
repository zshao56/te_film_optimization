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53095-4EBE-3C08-D26C-47A526032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D0E4F8-B045-6720-44C4-154845FDD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F81E5-52C6-CEC3-F0C9-33F766B4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700229-0197-A29F-6DFF-9B53A74D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C2A7B0-0FB1-5BF5-5D3E-EF20B52C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77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F7DBA-1E28-1A91-19C6-0A355C89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E4603C-9F6F-47C4-237B-1CE130EA7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C6179-30A9-8CE8-D5E6-7FBACBE4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610F27-4813-9223-EB1F-53C30802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93A44-C573-8510-C527-B961ECA6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15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D712A-1508-607F-EC18-62E183FF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B34AF9-0E8E-974C-0C15-FBDD66EFD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F2E19-B73F-725F-12CE-1D26CC41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0B2AE-E8B5-1A5A-6E08-AA99BA4C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320D7-4999-0F50-1F11-4C88489E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92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34612-0C19-1241-3933-923063A3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16F3F7-5CDE-F9AE-3A8C-014338DCB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21753D-299C-9795-6B9F-81E410D5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47EB62-F81A-BB73-DE21-D0995764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2CC8D2-D914-9CCE-6C72-F7E0C4C9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F29878-5254-5A67-324C-2F44DD00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14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AFB66-5D03-7A42-CE6B-503B115A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15283B-F764-1DE6-B85A-75FFE913A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1972B6-A3EF-D498-AC11-F9D66386F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13AB24-925D-FB38-3DBB-F7156D2F3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403C36-B979-3E0A-49C5-AE87E5930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6191B8-249E-D4E5-0D82-466EB90F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2F5B48-0B15-6B60-D09F-05C49D41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70ED9C-D9A7-0738-752A-BEF0E8B1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09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D3E80-A1AF-D8F0-22A9-49AF3B71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7A6AE1-76D0-FFEA-6B3E-52ACAEA3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535152-0445-B5F7-A47F-9613F807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B527FF-950F-98E1-0ECA-2E1E86B2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55E671-3F8F-BBD2-331E-3470E57D9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0B1F68-6381-1F56-17E8-9DE8A9C0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A670BE-DC6A-798F-AA24-CB0DF1D1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7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47959-70FE-4797-ABD6-8609E6BE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CC022-F5E7-9239-2857-3A377AC10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B246CE-799B-CF71-6E17-E131D9AF4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7AF885-D6FE-64D8-D731-8C95A78F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864E61-29C2-A36F-BBB8-7B8EA5EAF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36254-5EB0-32C7-85AC-F678F181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91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BD190-DEFE-720F-E9BE-6FE1CA29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0D1193-10C0-5B38-B957-0FD027517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2B2E7-753E-CF1E-5452-0CF74D3E2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19CD08-95A1-403B-B213-CA7079CA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79A0F1-E109-DD65-0660-664820F6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EAF42B-6D70-264C-9B43-A9DB842C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24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365C6-1705-4D57-7052-CAFED4C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B52AF3-EB01-2957-2221-A6968AB92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4D5A5-83CC-617A-7790-7BAB3954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89EC94-2E3D-700F-ED27-B0288820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BBF4E0-594F-D2C8-0F97-1E6E900D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28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DD531F-0D9E-FAAF-7138-B19EDFD82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1DF177-FBF3-D521-7018-BABD9E8C0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8DFE-061E-D068-CD7F-6E7B78FB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018F2-330B-4E56-EBB0-580D10AB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3272C-C914-6D6D-B20E-0E5EFC6D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32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291D92-A75A-0532-6D64-A09C840F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5EA93-5927-B008-4A9F-7023D1B07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AF5487-3C86-7B0C-E026-F9D37314D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5D937-EEBD-405B-B34A-7C0AB1E5B3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2598D-73AF-7C4F-7613-0AACA34A7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70A8D5-C0FF-A6F7-5500-3B20A766D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7FA93-EF79-4B57-9F89-0C6CA4BA90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78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99D5967-011D-B61F-8AF7-AB98909AA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286413"/>
              </p:ext>
            </p:extLst>
          </p:nvPr>
        </p:nvGraphicFramePr>
        <p:xfrm>
          <a:off x="591671" y="1712136"/>
          <a:ext cx="11141848" cy="5615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722">
                  <a:extLst>
                    <a:ext uri="{9D8B030D-6E8A-4147-A177-3AD203B41FA5}">
                      <a16:colId xmlns:a16="http://schemas.microsoft.com/office/drawing/2014/main" val="3861446926"/>
                    </a:ext>
                  </a:extLst>
                </a:gridCol>
                <a:gridCol w="3464222">
                  <a:extLst>
                    <a:ext uri="{9D8B030D-6E8A-4147-A177-3AD203B41FA5}">
                      <a16:colId xmlns:a16="http://schemas.microsoft.com/office/drawing/2014/main" val="2378282685"/>
                    </a:ext>
                  </a:extLst>
                </a:gridCol>
                <a:gridCol w="2919933">
                  <a:extLst>
                    <a:ext uri="{9D8B030D-6E8A-4147-A177-3AD203B41FA5}">
                      <a16:colId xmlns:a16="http://schemas.microsoft.com/office/drawing/2014/main" val="815102011"/>
                    </a:ext>
                  </a:extLst>
                </a:gridCol>
                <a:gridCol w="3526971">
                  <a:extLst>
                    <a:ext uri="{9D8B030D-6E8A-4147-A177-3AD203B41FA5}">
                      <a16:colId xmlns:a16="http://schemas.microsoft.com/office/drawing/2014/main" val="1365523632"/>
                    </a:ext>
                  </a:extLst>
                </a:gridCol>
              </a:tblGrid>
              <a:tr h="494858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变量参数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003244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电动汽车电池（圆柱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方壳电池）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电极处高温，不均匀热源，</a:t>
                      </a:r>
                      <a:r>
                        <a:rPr lang="en-US" altLang="zh-CN" dirty="0"/>
                        <a:t>30-80</a:t>
                      </a:r>
                      <a:r>
                        <a:rPr lang="zh-CN" altLang="en-US" dirty="0"/>
                        <a:t>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弧度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不对称热源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冷却不对称（</a:t>
                      </a:r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698943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体热收集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可穿戴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面外热梯度，带弧度，低温差，</a:t>
                      </a:r>
                      <a:r>
                        <a:rPr lang="en-US" altLang="zh-CN" dirty="0"/>
                        <a:t>30-36</a:t>
                      </a:r>
                      <a:r>
                        <a:rPr lang="zh-CN" altLang="en-US" dirty="0"/>
                        <a:t>℃，动态</a:t>
                      </a:r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弧度</a:t>
                      </a:r>
                      <a:r>
                        <a:rPr lang="en-US" altLang="zh-CN" dirty="0"/>
                        <a:t>/h</a:t>
                      </a:r>
                      <a:r>
                        <a:rPr lang="zh-CN" altLang="en-US" dirty="0"/>
                        <a:t>（迎风面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背风面不同）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薄厚度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35866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汽车排气管表面废热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带弧度，圆管，动态</a:t>
                      </a:r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80-150</a:t>
                      </a:r>
                      <a:r>
                        <a:rPr lang="zh-CN" altLang="en-US" dirty="0"/>
                        <a:t>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弧度</a:t>
                      </a:r>
                      <a:r>
                        <a:rPr lang="en-US" altLang="zh-CN" dirty="0"/>
                        <a:t>/h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675001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手机背部散热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30-55</a:t>
                      </a:r>
                      <a:r>
                        <a:rPr lang="zh-CN" altLang="en-US" dirty="0"/>
                        <a:t>℃，不均匀热源，环形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热源形状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薄厚度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147662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伤口愈合处</a:t>
                      </a:r>
                      <a:r>
                        <a:rPr lang="en-US" altLang="zh-CN" dirty="0"/>
                        <a:t>/health care</a:t>
                      </a:r>
                      <a:r>
                        <a:rPr lang="zh-CN" altLang="en-US" dirty="0"/>
                        <a:t>检测贴片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34-38</a:t>
                      </a:r>
                      <a:r>
                        <a:rPr lang="zh-CN" altLang="en-US" dirty="0"/>
                        <a:t>℃，局部热区，周围冷区，弧度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热源形状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薄厚度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054322"/>
                  </a:ext>
                </a:extLst>
              </a:tr>
              <a:tr h="494858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无人机电机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40-100</a:t>
                      </a:r>
                      <a:r>
                        <a:rPr lang="zh-CN" altLang="en-US" dirty="0"/>
                        <a:t>℃，圆柱曲面，螺旋桨强制对流（</a:t>
                      </a:r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h/</a:t>
                      </a:r>
                      <a:r>
                        <a:rPr lang="zh-CN" altLang="en-US" dirty="0"/>
                        <a:t>弧度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65543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智能窗热桥效应？双层玻璃窗边温度低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5-60</a:t>
                      </a:r>
                      <a:r>
                        <a:rPr lang="zh-CN" altLang="en-US" dirty="0"/>
                        <a:t>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辐射率</a:t>
                      </a:r>
                      <a:r>
                        <a:rPr lang="en-US" altLang="zh-CN" dirty="0"/>
                        <a:t>/h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50675"/>
                  </a:ext>
                </a:extLst>
              </a:tr>
              <a:tr h="562703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芯片均热板？散热风扇中心点盲区？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翅片，动态</a:t>
                      </a:r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4547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84D01E8-1BE8-A3DC-B7C9-AA769BDACC99}"/>
              </a:ext>
            </a:extLst>
          </p:cNvPr>
          <p:cNvSpPr txBox="1"/>
          <p:nvPr/>
        </p:nvSpPr>
        <p:spPr>
          <a:xfrm>
            <a:off x="461043" y="0"/>
            <a:ext cx="11595206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变量参数：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现在：热导率</a:t>
            </a:r>
            <a:r>
              <a:rPr lang="en-US" altLang="zh-CN" dirty="0"/>
              <a:t>/</a:t>
            </a:r>
            <a:r>
              <a:rPr lang="zh-CN" altLang="en-US" dirty="0"/>
              <a:t>厚度</a:t>
            </a:r>
            <a:r>
              <a:rPr lang="en-US" altLang="zh-CN" dirty="0"/>
              <a:t>/</a:t>
            </a:r>
            <a:r>
              <a:rPr lang="zh-CN" altLang="en-US" dirty="0"/>
              <a:t>几何结构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考虑：接触界面热阻</a:t>
            </a:r>
            <a:r>
              <a:rPr lang="en-US" altLang="zh-CN" dirty="0"/>
              <a:t>/</a:t>
            </a:r>
            <a:r>
              <a:rPr lang="zh-CN" altLang="en-US" dirty="0"/>
              <a:t>弧度（曲率半径）</a:t>
            </a:r>
            <a:r>
              <a:rPr lang="en-US" altLang="zh-CN" dirty="0"/>
              <a:t>/</a:t>
            </a:r>
            <a:r>
              <a:rPr lang="zh-CN" altLang="en-US" dirty="0"/>
              <a:t>空气对流换热系数变化参数（自然</a:t>
            </a:r>
            <a:r>
              <a:rPr lang="en-US" altLang="zh-CN" dirty="0"/>
              <a:t>/</a:t>
            </a:r>
            <a:r>
              <a:rPr lang="zh-CN" altLang="en-US" dirty="0"/>
              <a:t>强制对流）</a:t>
            </a:r>
            <a:r>
              <a:rPr lang="en-US" altLang="zh-CN" dirty="0"/>
              <a:t>/</a:t>
            </a:r>
            <a:r>
              <a:rPr lang="zh-CN" altLang="en-US" dirty="0"/>
              <a:t>基材形状</a:t>
            </a:r>
            <a:r>
              <a:rPr lang="en-US" altLang="zh-CN" dirty="0"/>
              <a:t>/</a:t>
            </a:r>
            <a:r>
              <a:rPr lang="zh-CN" altLang="en-US" dirty="0"/>
              <a:t>热源（不均匀）尺寸</a:t>
            </a:r>
            <a:r>
              <a:rPr lang="en-US" altLang="zh-CN" dirty="0"/>
              <a:t>/</a:t>
            </a:r>
            <a:r>
              <a:rPr lang="zh-CN" altLang="en-US" dirty="0"/>
              <a:t>材料辐射率？</a:t>
            </a:r>
          </a:p>
        </p:txBody>
      </p:sp>
    </p:spTree>
    <p:extLst>
      <p:ext uri="{BB962C8B-B14F-4D97-AF65-F5344CB8AC3E}">
        <p14:creationId xmlns:p14="http://schemas.microsoft.com/office/powerpoint/2010/main" val="362204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231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谭 宇轩</dc:creator>
  <cp:lastModifiedBy>谭 宇轩</cp:lastModifiedBy>
  <cp:revision>3</cp:revision>
  <dcterms:created xsi:type="dcterms:W3CDTF">2026-05-11T10:47:35Z</dcterms:created>
  <dcterms:modified xsi:type="dcterms:W3CDTF">2026-05-11T11:23:56Z</dcterms:modified>
</cp:coreProperties>
</file>